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JOINS + CASE · DAY 3 OF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7295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41414"/>
                </a:solidFill>
                <a:latin typeface="Bricolage Grotesque"/>
              </a:rPr>
              <a:t>JOINs +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900" b="0" i="0">
                <a:solidFill>
                  <a:srgbClr val="6B6B6B"/>
                </a:solidFill>
                <a:latin typeface="Nunito Sans"/>
              </a:rPr>
              <a:t>INNER · LEFT/RIGHT · anti-joins · UNION · HAVING ·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Nunito Sans"/>
              </a:rPr>
              <a:t>parch_and_posey database · self-paced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DAY 03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What we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Bringing every table together, and labeling what you find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8600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28600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From Relationships to 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1:N and N:N from Day 01, now as real SQL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76148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76148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JOIN Basics + Multi-Table JOINs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6148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Aliases, 3- and 4-table joins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236976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236976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3697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JOIN + GROUP BY / HAVING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3697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Aggregating across tables, filtering the groups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712464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71246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12464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LEFT / RIGHT 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12464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Keeping unmatched rows instead of dropping them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187952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187952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Anti-Joins + FULL JOIN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87952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Finding non-matches; UNION as MySQL's FULL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66344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66344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6344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66344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Conditional labels, tiers, and bucketing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13892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FROM DAY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Relationships are just JOIN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 JOIN follows a foreign key back to the row it points 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212080" cy="15453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1:N — one JOIN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99232"/>
            <a:ext cx="4663440" cy="90525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region→sales_reps, sales_reps→accounts, accounts→orders/web_events. Every relationship in this dataset, and everything in today's lesson.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15384"/>
            <a:ext cx="5212080" cy="13258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5254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800" b="1" i="0">
                <a:solidFill>
                  <a:srgbClr val="141414"/>
                </a:solidFill>
                <a:latin typeface="Nunito Sans"/>
              </a:rPr>
              <a:t>N:N — two JOINs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45736"/>
            <a:ext cx="4663440" cy="68579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Needs a junction table in the middle (e.g. Day 01's book↔author via author_book). Not in this dataset, but recognize the shape.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2468880"/>
            <a:ext cx="5577840" cy="3072383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74320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THE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200400"/>
            <a:ext cx="4937760" cy="206654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Nunito Sans"/>
              </a:rPr>
              <a:t>JOIN &lt;table&gt; ON left.fk = right.id</a:t>
            </a:r>
          </a:p>
          <a:p>
            <a:pPr>
              <a:spcAft>
                <a:spcPts val="1400"/>
              </a:spcAft>
            </a:pPr>
            <a:r>
              <a:rPr sz="1550" b="0" i="0">
                <a:solidFill>
                  <a:srgbClr val="141414"/>
                </a:solidFill>
                <a:latin typeface="Nunito Sans"/>
              </a:rPr>
              <a:t>Get the ON condition wrong (or skip it) and you get a cross join — every row paired with every row. For orders × accounts, that's millions of nonsense rows.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JOIN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Anatomy of a 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Table aliases keep repeated references readable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Same thing, with aliases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ON = the match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Tells MySQL which rows from each table belong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Plain JOIN = INNER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Only rows that match on both sides come 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61687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Aliases aren't optional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81727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Once you're joining 3-4 tables, full names get unreadable fast.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MULTI-TABLE 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Chaining JOINs across the whole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Each JOIN follows one more foreign key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-- 3 tables: orders -&gt; accounts -&gt; sales_reps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-- 4 tables, computing a unit price per order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/ 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+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01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unit_price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region_id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Order rarely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MySQL figures out the join order — write it in whatever order reads clearest.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+ 0.01 trick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A cheap guard against dividing by zero on the handful of zero-total orders.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JOIN +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Aggregating across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Same GROUP BY rules as Day 02 — now the columns come from multiple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total_sales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total_sales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occurrences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occurrences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Nothing new syntactically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The JOIN happens first, then GROUP BY works on the combined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JOIN +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Filtering on the aggregated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WHERE runs before grouping; HAVING runs after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Sales reps managing more than 5 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num_accounts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HAVING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&gt;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WHERE COUNT(*) &gt; 5 here would be a syntax error —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COUNT(*) doesn't exist yet at the point WHERE runs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WHERE = row 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Applied before any grouping happens.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HAVING = group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Applied to the aggregated result — the only place COUNT/SUM/etc. can be filtered 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LEFT / RIGHT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Keeping the unmatched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LEFT JOIN keeps every row from accounts, matched or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65176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26517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Acme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42900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20" y="3429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Boaz 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20624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4520" y="4206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Cursor Inc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98348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20" y="4983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Delta LLC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78892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27889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Order #1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56616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35661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Order #2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343400"/>
            <a:ext cx="2011680" cy="50292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43434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Order #3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2903220"/>
            <a:ext cx="3931920" cy="13716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840480" y="3680460"/>
            <a:ext cx="3931920" cy="13716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0480" y="4457700"/>
            <a:ext cx="3931920" cy="13716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151376" y="5088636"/>
            <a:ext cx="292608" cy="292608"/>
          </a:xfrm>
          <a:prstGeom prst="ellipse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50703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  <a:latin typeface="Nunito Sans"/>
              </a:rPr>
              <a:t>no matching order — LEFT JOIN keeps Delta LLC anyway, order columns come back NULL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Nunito Sans"/>
              </a:rPr>
              <a:t>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Nunito Sans"/>
              </a:rPr>
              <a:t>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LEFT / RIGHT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The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RIGHT JOIN is the mirror image — same idea, opposite side kept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Every account, whether or not it has 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LEFT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Every order, even if its account can't be resolved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RIGHT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OUTER is optional noise: LEFT OUTER JOIN == LEFT JOIN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Unmatched side =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Every column from the table that didn't match comes back NULL.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ANTI-JOINS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Finding rows with NO 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LEFT JOIN + WHERE ... IS NULL = "give me only the non-matches"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Accounts with NO orders at all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LEFT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IS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NULL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Why this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7315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Unmatched rows have every orders.* column as NULL — WHERE o.id IS NULL isolates exactly those.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67327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Common 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087367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"Which customers/leads never converted" is almost always this exact pattern.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FULL JOIN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MySQL has no FULL JOIN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UNION a LEFT JOIN with a RIGHT JOIN to get everything, matched or not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LEFT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UNION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RIGHT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UNION drops duplicates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Matching rows appear in both halves but only show up once in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Same column count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Both SELECTs must return the same number of columns, in compatible types.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Conditional logic inside a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Checked top to bottom — first true WHEN wins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CASE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&gt;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'Large'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ELSE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'Small'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order_level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CASE can guard against bad math, too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CASE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standard_qty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standard_qty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IS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NULL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ELSE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standard_amt_usd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/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standard_qty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unit_price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ELSE is optional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Without it, rows matching no WHEN come back NULL instead of a fallback.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Works anywhere an expression 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SELECT, inside an aggregate, GROUP BY/HAVING/ORDER BY by alias.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CASE + 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Bucketing continuous values into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No lookup table needed — the logic lives in the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total_spent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CASE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&gt;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200000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'top'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&gt;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'middle'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ELSE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'low'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customer_level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total_spent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CASE around an aggregate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The condition checks SUM(...), not a raw column — evaluated per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Order of WHENs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First match wins — put the widest/catch-all range last.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CASE + HAVING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Filtering on a CASE-derived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HAVING treats a CASE expression like any other aggregate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day03_joins_and_case.sql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total_sales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CASE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'Under 5k'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5001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THEN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'5-10k'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ELSE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'+10k'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END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sales_category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HAVING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Re-check the condition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HAVING re-evaluates the SUM directly — it doesn't reuse the CASE's own alias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NEXT: DAY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141414"/>
                </a:solidFill>
                <a:latin typeface="Bricolage Grotesque"/>
              </a:rPr>
              <a:t>String Functions, Subqueries, CTEs, Temp Tables,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Nunito Sans"/>
              </a:rPr>
              <a:t>A query inside a query — and cleaner ways to reuse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